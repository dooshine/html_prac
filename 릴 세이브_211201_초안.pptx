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7" r:id="rId5"/>
    <p:sldId id="259" r:id="rId6"/>
    <p:sldId id="260" r:id="rId7"/>
    <p:sldId id="263" r:id="rId8"/>
    <p:sldId id="262" r:id="rId9"/>
    <p:sldId id="261" r:id="rId10"/>
    <p:sldId id="266" r:id="rId11"/>
    <p:sldId id="265" r:id="rId12"/>
    <p:sldId id="26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6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387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>★ 보강 필요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34625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marL="0" indent="0">
              <a:buNone/>
              <a:defRPr/>
            </a:pPr>
            <a:r>
              <a:rPr lang="ko-KR" altLang="en-US"/>
              <a:t>지금</a:t>
            </a:r>
            <a:r>
              <a:rPr lang="en-US" altLang="ko-KR"/>
              <a:t>(</a:t>
            </a:r>
            <a:r>
              <a:rPr lang="ko-KR" altLang="en-US"/>
              <a:t>다가오는 시즌 </a:t>
            </a:r>
            <a:r>
              <a:rPr lang="en-US" altLang="ko-KR"/>
              <a:t>12)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알아야 될 게 너무 많아 </a:t>
            </a:r>
            <a:r>
              <a:rPr lang="en-US" altLang="ko-KR"/>
              <a:t>#</a:t>
            </a:r>
            <a:r>
              <a:rPr lang="ko-KR" altLang="en-US"/>
              <a:t>선</a:t>
            </a:r>
            <a:r>
              <a:rPr lang="en-US" altLang="ko-KR"/>
              <a:t>2</a:t>
            </a:r>
            <a:r>
              <a:rPr lang="ko-KR" altLang="en-US"/>
              <a:t>렙 </a:t>
            </a:r>
            <a:r>
              <a:rPr lang="en-US" altLang="ko-KR"/>
              <a:t>#</a:t>
            </a:r>
            <a:r>
              <a:rPr lang="ko-KR" altLang="en-US"/>
              <a:t>시야 </a:t>
            </a:r>
            <a:r>
              <a:rPr lang="en-US" altLang="ko-KR"/>
              <a:t>#</a:t>
            </a:r>
            <a:r>
              <a:rPr lang="ko-KR" altLang="en-US"/>
              <a:t> 챔피언 상성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개념이 꾸준히 누적되어 옴 </a:t>
            </a:r>
            <a:r>
              <a:rPr lang="en-US" altLang="ko-KR"/>
              <a:t>(</a:t>
            </a:r>
            <a:r>
              <a:rPr lang="ko-KR" altLang="en-US"/>
              <a:t>초창기 나온 개념</a:t>
            </a:r>
            <a:r>
              <a:rPr lang="en-US" altLang="ko-KR"/>
              <a:t>(</a:t>
            </a:r>
            <a:r>
              <a:rPr lang="ko-KR" altLang="en-US"/>
              <a:t>기초</a:t>
            </a:r>
            <a:r>
              <a:rPr lang="en-US" altLang="ko-KR"/>
              <a:t>)</a:t>
            </a:r>
            <a:r>
              <a:rPr lang="ko-KR" altLang="en-US"/>
              <a:t>을 단단히 쌓지 않으면 개념을 높이 쌓기 어려움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고여 있는 기존 유저들 과의 차이 </a:t>
            </a:r>
            <a:r>
              <a:rPr lang="en-US" altLang="ko-KR"/>
              <a:t>(</a:t>
            </a:r>
            <a:r>
              <a:rPr lang="ko-KR" altLang="en-US"/>
              <a:t>너한테는 당연해져 있을지 몰라도 나는모름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챔피언이 너무 많음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바텀 라인엔 </a:t>
            </a:r>
            <a:r>
              <a:rPr lang="en-US" altLang="ko-KR"/>
              <a:t>2</a:t>
            </a:r>
            <a:r>
              <a:rPr lang="ko-KR" altLang="en-US"/>
              <a:t>명이 감 ★ 원딜 서폿 사진 첨가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바텀라인은 원딜</a:t>
            </a:r>
            <a:r>
              <a:rPr lang="en-US" altLang="ko-KR"/>
              <a:t>,</a:t>
            </a:r>
            <a:r>
              <a:rPr lang="ko-KR" altLang="en-US"/>
              <a:t> 서폿 </a:t>
            </a:r>
            <a:r>
              <a:rPr lang="en-US" altLang="ko-KR"/>
              <a:t>2</a:t>
            </a:r>
            <a:r>
              <a:rPr lang="ko-KR" altLang="en-US"/>
              <a:t>명이 가는 라인</a:t>
            </a:r>
            <a:r>
              <a:rPr lang="en-US" altLang="ko-KR"/>
              <a:t>(</a:t>
            </a:r>
            <a:r>
              <a:rPr lang="ko-KR" altLang="en-US"/>
              <a:t>상대 원딜 서폿까지 </a:t>
            </a:r>
            <a:r>
              <a:rPr lang="en-US" altLang="ko-KR"/>
              <a:t>4</a:t>
            </a:r>
            <a:r>
              <a:rPr lang="ko-KR" altLang="en-US"/>
              <a:t>명</a:t>
            </a:r>
            <a:r>
              <a:rPr lang="en-US" altLang="ko-KR"/>
              <a:t>)</a:t>
            </a:r>
            <a:r>
              <a:rPr lang="ko-KR" altLang="en-US"/>
              <a:t> 이기에 매 순간마다 </a:t>
            </a:r>
            <a:r>
              <a:rPr lang="en-US" altLang="ko-KR"/>
              <a:t>4</a:t>
            </a:r>
            <a:r>
              <a:rPr lang="ko-KR" altLang="en-US"/>
              <a:t>명의 상황에 맞는</a:t>
            </a:r>
            <a:r>
              <a:rPr lang="en-US" altLang="ko-KR"/>
              <a:t>(</a:t>
            </a:r>
            <a:r>
              <a:rPr lang="ko-KR" altLang="en-US"/>
              <a:t>적어도 우리팀 원딜과 합을 맞추어</a:t>
            </a:r>
            <a:r>
              <a:rPr lang="en-US" altLang="ko-KR"/>
              <a:t>)</a:t>
            </a:r>
            <a:r>
              <a:rPr lang="ko-KR" altLang="en-US"/>
              <a:t> 플레이를 해야함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그런데</a:t>
            </a:r>
            <a:r>
              <a:rPr lang="en-US" altLang="ko-KR"/>
              <a:t>,</a:t>
            </a:r>
            <a:r>
              <a:rPr lang="ko-KR" altLang="en-US"/>
              <a:t> 바텀</a:t>
            </a:r>
            <a:r>
              <a:rPr lang="en-US" altLang="ko-KR"/>
              <a:t>(</a:t>
            </a:r>
            <a:r>
              <a:rPr lang="ko-KR" altLang="en-US"/>
              <a:t>원딜</a:t>
            </a:r>
            <a:r>
              <a:rPr lang="en-US" altLang="ko-KR"/>
              <a:t>+</a:t>
            </a:r>
            <a:r>
              <a:rPr lang="ko-KR" altLang="en-US"/>
              <a:t>서폿</a:t>
            </a:r>
            <a:r>
              <a:rPr lang="en-US" altLang="ko-KR"/>
              <a:t>)</a:t>
            </a:r>
            <a:r>
              <a:rPr lang="ko-KR" altLang="en-US"/>
              <a:t> 이해도가 낮은 경우 우리팀 원딜과 합이 안맞고</a:t>
            </a:r>
            <a:r>
              <a:rPr lang="en-US" altLang="ko-KR"/>
              <a:t>,</a:t>
            </a:r>
            <a:r>
              <a:rPr lang="ko-KR" altLang="en-US"/>
              <a:t> 본인 플레이가 좋았는지 안 좋았는지 파악하기 힘듬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발전해온 개념 설명 </a:t>
            </a:r>
            <a:r>
              <a:rPr lang="en-US" altLang="ko-KR"/>
              <a:t>&amp;</a:t>
            </a:r>
            <a:r>
              <a:rPr lang="ko-KR" altLang="en-US"/>
              <a:t> 바텀 라인에 대한 설명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64020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>★승리조건 타워 이미지 첨부</a:t>
            </a:r>
            <a:endParaRPr lang="ko-KR" altLang="en-US"/>
          </a:p>
          <a:p>
            <a:pPr>
              <a:defRPr/>
            </a:pPr>
            <a:r>
              <a:rPr lang="ko-KR" altLang="en-US"/>
              <a:t>성장</a:t>
            </a:r>
            <a:r>
              <a:rPr lang="en-US" altLang="ko-KR"/>
              <a:t>-&gt;</a:t>
            </a:r>
            <a:r>
              <a:rPr lang="ko-KR" altLang="en-US"/>
              <a:t>상대보다 강한 힘</a:t>
            </a:r>
            <a:r>
              <a:rPr lang="en-US" altLang="ko-KR"/>
              <a:t>(</a:t>
            </a:r>
            <a:r>
              <a:rPr lang="ko-KR" altLang="en-US"/>
              <a:t>성장</a:t>
            </a:r>
            <a:r>
              <a:rPr lang="en-US" altLang="ko-KR"/>
              <a:t>)</a:t>
            </a:r>
            <a:r>
              <a:rPr lang="ko-KR" altLang="en-US"/>
              <a:t>을 바탕으로 타워 파괴</a:t>
            </a:r>
            <a:r>
              <a:rPr lang="en-US" altLang="ko-KR"/>
              <a:t>-&gt;</a:t>
            </a:r>
            <a:r>
              <a:rPr lang="ko-KR" altLang="en-US"/>
              <a:t>승리</a:t>
            </a:r>
            <a:r>
              <a:rPr lang="en-US" altLang="ko-KR"/>
              <a:t>(</a:t>
            </a:r>
            <a:r>
              <a:rPr lang="ko-KR" altLang="en-US"/>
              <a:t>넥서스 뿌심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739429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>성장 항목 네모칸</a:t>
            </a:r>
            <a:endParaRPr lang="ko-KR" altLang="en-US"/>
          </a:p>
          <a:p>
            <a:pPr>
              <a:defRPr/>
            </a:pPr>
            <a:r>
              <a:rPr lang="ko-KR" altLang="en-US"/>
              <a:t>★ 미니맵 사진 첨부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</a:t>
            </a:r>
            <a:r>
              <a:rPr lang="ko-KR" altLang="en-US"/>
              <a:t> 태초의 게이머들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  승리하기 가장 좋은 조합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EU</a:t>
            </a:r>
            <a:r>
              <a:rPr lang="ko-KR" altLang="en-US"/>
              <a:t>조합 </a:t>
            </a:r>
            <a:r>
              <a:rPr lang="en-US" altLang="ko-KR"/>
              <a:t>(</a:t>
            </a:r>
            <a:r>
              <a:rPr lang="ko-KR" altLang="en-US"/>
              <a:t> 탑 정글 미드 원딜 서폿 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07383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>표 첨부</a:t>
            </a:r>
            <a:endParaRPr lang="ko-KR" altLang="en-US"/>
          </a:p>
          <a:p>
            <a:pPr>
              <a:defRPr/>
            </a:pPr>
            <a:r>
              <a:rPr lang="ko-KR" altLang="en-US"/>
              <a:t>체력</a:t>
            </a:r>
            <a:endParaRPr lang="ko-KR" altLang="en-US"/>
          </a:p>
          <a:p>
            <a:pPr>
              <a:defRPr/>
            </a:pPr>
            <a:r>
              <a:rPr lang="en-US" altLang="ko-KR"/>
              <a:t>cc</a:t>
            </a:r>
            <a:endParaRPr lang="ko-KR" altLang="en-US"/>
          </a:p>
          <a:p>
            <a:pPr>
              <a:defRPr/>
            </a:pPr>
            <a:r>
              <a:rPr lang="ko-KR" altLang="en-US"/>
              <a:t>버프스킬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420122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릴 이즈 굿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605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자기소개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>롤 닉 두굥기</a:t>
            </a:r>
            <a:r>
              <a:rPr lang="en-US" altLang="ko-KR"/>
              <a:t>(</a:t>
            </a:r>
            <a:r>
              <a:rPr lang="ko-KR" altLang="en-US"/>
              <a:t> 시즌 </a:t>
            </a:r>
            <a:r>
              <a:rPr lang="en-US" altLang="ko-KR"/>
              <a:t>11,</a:t>
            </a:r>
            <a:r>
              <a:rPr lang="ko-KR" altLang="en-US"/>
              <a:t> 플</a:t>
            </a:r>
            <a:r>
              <a:rPr lang="en-US" altLang="ko-KR"/>
              <a:t>3</a:t>
            </a:r>
            <a:r>
              <a:rPr lang="ko-KR" altLang="en-US"/>
              <a:t> 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원딜 출신</a:t>
            </a:r>
            <a:r>
              <a:rPr lang="en-US" altLang="ko-KR"/>
              <a:t>,</a:t>
            </a:r>
            <a:r>
              <a:rPr lang="ko-KR" altLang="en-US"/>
              <a:t> 최고티어 시즌 </a:t>
            </a:r>
            <a:r>
              <a:rPr lang="en-US" altLang="ko-KR"/>
              <a:t>8,</a:t>
            </a:r>
            <a:r>
              <a:rPr lang="ko-KR" altLang="en-US"/>
              <a:t> 다</a:t>
            </a:r>
            <a:r>
              <a:rPr lang="en-US" altLang="ko-KR"/>
              <a:t>4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664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그님티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defRPr/>
            </a:pPr>
            <a:r>
              <a:rPr lang="ko-KR" altLang="en-US"/>
              <a:t>롤 잘해지려면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많은 경험을 통해 깨달음을 얻는다 </a:t>
            </a:r>
            <a:r>
              <a:rPr lang="en-US" altLang="ko-KR"/>
              <a:t>//</a:t>
            </a:r>
            <a:r>
              <a:rPr lang="ko-KR" altLang="en-US"/>
              <a:t> 리플레이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롤 초창기 </a:t>
            </a:r>
            <a:r>
              <a:rPr lang="en-US" altLang="ko-KR"/>
              <a:t>(</a:t>
            </a:r>
            <a:r>
              <a:rPr lang="ko-KR" altLang="en-US"/>
              <a:t>시즌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~</a:t>
            </a:r>
            <a:r>
              <a:rPr lang="ko-KR" altLang="en-US"/>
              <a:t> 시즌</a:t>
            </a:r>
            <a:r>
              <a:rPr lang="en-US" altLang="ko-KR"/>
              <a:t>4)</a:t>
            </a:r>
            <a:r>
              <a:rPr lang="ko-KR" altLang="en-US"/>
              <a:t> 에는 가능했음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but</a:t>
            </a:r>
            <a:r>
              <a:rPr lang="ko-KR" altLang="en-US"/>
              <a:t> 판수</a:t>
            </a:r>
            <a:r>
              <a:rPr lang="en-US" altLang="ko-KR"/>
              <a:t>(</a:t>
            </a:r>
            <a:r>
              <a:rPr lang="ko-KR" altLang="en-US"/>
              <a:t>경험</a:t>
            </a:r>
            <a:r>
              <a:rPr lang="en-US" altLang="ko-KR"/>
              <a:t>)</a:t>
            </a:r>
            <a:r>
              <a:rPr lang="ko-KR" altLang="en-US"/>
              <a:t>를 통한 실력 향상은 어려울 수 있다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알아야될게 너무 많음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바텀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명이 가는 라인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346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순서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롤</a:t>
            </a:r>
            <a:r>
              <a:rPr lang="en-US" altLang="ko-KR"/>
              <a:t>(</a:t>
            </a:r>
            <a:r>
              <a:rPr lang="ko-KR" altLang="en-US"/>
              <a:t>라인</a:t>
            </a:r>
            <a:r>
              <a:rPr lang="en-US" altLang="ko-KR"/>
              <a:t>)</a:t>
            </a:r>
            <a:r>
              <a:rPr lang="ko-KR" altLang="en-US"/>
              <a:t> 소개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서폿</a:t>
            </a:r>
            <a:r>
              <a:rPr lang="en-US" altLang="ko-KR"/>
              <a:t>(</a:t>
            </a:r>
            <a:r>
              <a:rPr lang="ko-KR" altLang="en-US"/>
              <a:t>종류</a:t>
            </a:r>
            <a:r>
              <a:rPr lang="en-US" altLang="ko-KR"/>
              <a:t>)</a:t>
            </a:r>
            <a:r>
              <a:rPr lang="ko-KR" altLang="en-US"/>
              <a:t> 소개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챔피언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099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롤</a:t>
            </a:r>
            <a:r>
              <a:rPr lang="en-US" altLang="ko-KR"/>
              <a:t>(</a:t>
            </a:r>
            <a:r>
              <a:rPr lang="ko-KR" altLang="en-US"/>
              <a:t>라인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p>
            <a:pPr>
              <a:defRPr/>
            </a:pPr>
            <a:r>
              <a:rPr lang="ko-KR" altLang="en-US"/>
              <a:t>라인 이해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</a:t>
            </a:r>
            <a:r>
              <a:rPr lang="ko-KR" altLang="en-US"/>
              <a:t> 롤 승리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상대팀의 서렌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상대팀 넥서스 파괴 </a:t>
            </a:r>
            <a:r>
              <a:rPr lang="en-US" altLang="ko-KR"/>
              <a:t>(1</a:t>
            </a:r>
            <a:r>
              <a:rPr lang="ko-KR" altLang="en-US"/>
              <a:t>차 타워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차타워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3</a:t>
            </a:r>
            <a:r>
              <a:rPr lang="ko-KR" altLang="en-US"/>
              <a:t>차타워</a:t>
            </a:r>
            <a:r>
              <a:rPr lang="en-US" altLang="ko-KR"/>
              <a:t>(</a:t>
            </a:r>
            <a:r>
              <a:rPr lang="ko-KR" altLang="en-US"/>
              <a:t>내각타워</a:t>
            </a:r>
            <a:r>
              <a:rPr lang="en-US" altLang="ko-KR"/>
              <a:t>),</a:t>
            </a:r>
            <a:r>
              <a:rPr lang="ko-KR" altLang="en-US"/>
              <a:t> 억제기</a:t>
            </a:r>
            <a:r>
              <a:rPr lang="en-US" altLang="ko-KR"/>
              <a:t>,</a:t>
            </a:r>
            <a:r>
              <a:rPr lang="ko-KR" altLang="en-US"/>
              <a:t> 쌍둥이 타워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우리팀이 상대팀보다 강한 힘을 길러</a:t>
            </a:r>
            <a:r>
              <a:rPr lang="en-US" altLang="ko-KR"/>
              <a:t>,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상대팀은 우리팀 넥서스를 못부수고</a:t>
            </a:r>
            <a:r>
              <a:rPr lang="en-US" altLang="ko-KR"/>
              <a:t>,</a:t>
            </a:r>
            <a:r>
              <a:rPr lang="ko-KR" altLang="en-US"/>
              <a:t> 우리팀이 상대 넥서스를 부신다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어떻게 하면 강해질 수 있을까</a:t>
            </a:r>
            <a:endParaRPr lang="ko-KR" altLang="en-US"/>
          </a:p>
          <a:p>
            <a:pPr marL="0" indent="0"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74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p>
            <a:pPr>
              <a:defRPr/>
            </a:pPr>
            <a:r>
              <a:rPr lang="ko-KR" altLang="en-US"/>
              <a:t>성장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</a:t>
            </a:r>
            <a:r>
              <a:rPr lang="ko-KR" altLang="en-US"/>
              <a:t> 경험치</a:t>
            </a:r>
            <a:r>
              <a:rPr lang="en-US" altLang="ko-KR"/>
              <a:t>(</a:t>
            </a:r>
            <a:r>
              <a:rPr lang="ko-KR" altLang="en-US"/>
              <a:t>레벨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상대팀 미니언</a:t>
            </a:r>
            <a:r>
              <a:rPr lang="en-US" altLang="ko-KR"/>
              <a:t>,</a:t>
            </a:r>
            <a:r>
              <a:rPr lang="ko-KR" altLang="en-US"/>
              <a:t> 상대팀 챔피언 킬관여</a:t>
            </a:r>
            <a:r>
              <a:rPr lang="en-US" altLang="ko-KR"/>
              <a:t>,</a:t>
            </a:r>
            <a:r>
              <a:rPr lang="ko-KR" altLang="en-US"/>
              <a:t> 정글 몹 등등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</a:t>
            </a:r>
            <a:r>
              <a:rPr lang="ko-KR" altLang="en-US"/>
              <a:t> 골드</a:t>
            </a:r>
            <a:r>
              <a:rPr lang="en-US" altLang="ko-KR"/>
              <a:t>(</a:t>
            </a:r>
            <a:r>
              <a:rPr lang="ko-KR" altLang="en-US"/>
              <a:t>아이템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상대팀 미니언 막타</a:t>
            </a:r>
            <a:r>
              <a:rPr lang="en-US" altLang="ko-KR"/>
              <a:t>,</a:t>
            </a:r>
            <a:r>
              <a:rPr lang="ko-KR" altLang="en-US"/>
              <a:t> 상대팀 챔피언 킬관여</a:t>
            </a:r>
            <a:r>
              <a:rPr lang="en-US" altLang="ko-KR"/>
              <a:t>,</a:t>
            </a:r>
            <a:r>
              <a:rPr lang="ko-KR" altLang="en-US"/>
              <a:t> 정글 몹 등등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</a:t>
            </a:r>
            <a:r>
              <a:rPr lang="ko-KR" altLang="en-US"/>
              <a:t> 용</a:t>
            </a:r>
            <a:r>
              <a:rPr lang="en-US" altLang="ko-KR"/>
              <a:t>,</a:t>
            </a:r>
            <a:r>
              <a:rPr lang="ko-KR" altLang="en-US"/>
              <a:t> 바론 등의 버프 </a:t>
            </a:r>
            <a:r>
              <a:rPr lang="en-US" altLang="ko-KR"/>
              <a:t>//</a:t>
            </a:r>
            <a:r>
              <a:rPr lang="ko-KR" altLang="en-US"/>
              <a:t> 이따금씩 일어나는 </a:t>
            </a:r>
            <a:r>
              <a:rPr lang="en-US" altLang="ko-KR"/>
              <a:t>event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상시 경험치와 골드를 수급할 수 있는 곳 </a:t>
            </a:r>
            <a:r>
              <a:rPr lang="en-US" altLang="ko-KR"/>
              <a:t>-&gt;</a:t>
            </a:r>
            <a:r>
              <a:rPr lang="ko-KR" altLang="en-US"/>
              <a:t> 라인</a:t>
            </a:r>
            <a:r>
              <a:rPr lang="en-US" altLang="ko-KR"/>
              <a:t>(</a:t>
            </a:r>
            <a:r>
              <a:rPr lang="ko-KR" altLang="en-US"/>
              <a:t>탑</a:t>
            </a:r>
            <a:r>
              <a:rPr lang="en-US" altLang="ko-KR"/>
              <a:t>,</a:t>
            </a:r>
            <a:r>
              <a:rPr lang="ko-KR" altLang="en-US"/>
              <a:t> 정글</a:t>
            </a:r>
            <a:r>
              <a:rPr lang="en-US" altLang="ko-KR"/>
              <a:t>,</a:t>
            </a:r>
            <a:r>
              <a:rPr lang="ko-KR" altLang="en-US"/>
              <a:t> 미드</a:t>
            </a:r>
            <a:r>
              <a:rPr lang="en-US" altLang="ko-KR"/>
              <a:t>,</a:t>
            </a:r>
            <a:r>
              <a:rPr lang="ko-KR" altLang="en-US"/>
              <a:t> 바텀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-</a:t>
            </a:r>
            <a:r>
              <a:rPr lang="ko-KR" altLang="en-US"/>
              <a:t> 라인은 </a:t>
            </a:r>
            <a:r>
              <a:rPr lang="en-US" altLang="ko-KR"/>
              <a:t>4</a:t>
            </a:r>
            <a:r>
              <a:rPr lang="ko-KR" altLang="en-US"/>
              <a:t>개인데 사람이 한명 남네 </a:t>
            </a:r>
            <a:r>
              <a:rPr lang="en-US" altLang="ko-KR"/>
              <a:t>-&gt;</a:t>
            </a:r>
            <a:r>
              <a:rPr lang="ko-KR" altLang="en-US"/>
              <a:t> 중요한 라인에 </a:t>
            </a:r>
            <a:r>
              <a:rPr lang="en-US" altLang="ko-KR"/>
              <a:t>2</a:t>
            </a:r>
            <a:r>
              <a:rPr lang="ko-KR" altLang="en-US"/>
              <a:t>명 </a:t>
            </a:r>
            <a:r>
              <a:rPr lang="en-US" altLang="ko-KR"/>
              <a:t>-&gt;</a:t>
            </a:r>
            <a:r>
              <a:rPr lang="ko-KR" altLang="en-US"/>
              <a:t> 킹텀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킹덤이 </a:t>
            </a:r>
            <a:r>
              <a:rPr lang="en-US" altLang="ko-KR"/>
              <a:t>2</a:t>
            </a:r>
            <a:r>
              <a:rPr lang="ko-KR" altLang="en-US"/>
              <a:t>명이 가는데 어떻게 갈거야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//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한타를 대비해서</a:t>
            </a:r>
            <a:r>
              <a:rPr lang="en-US" altLang="ko-KR"/>
              <a:t>)</a:t>
            </a:r>
            <a:r>
              <a:rPr lang="ko-KR" altLang="en-US"/>
              <a:t> 공격수</a:t>
            </a:r>
            <a:r>
              <a:rPr lang="en-US" altLang="ko-KR"/>
              <a:t>,</a:t>
            </a:r>
            <a:r>
              <a:rPr lang="ko-KR" altLang="en-US"/>
              <a:t> 보조 </a:t>
            </a:r>
            <a:r>
              <a:rPr lang="en-US" altLang="ko-KR"/>
              <a:t>-&gt;</a:t>
            </a:r>
            <a:r>
              <a:rPr lang="ko-KR" altLang="en-US"/>
              <a:t> 원딜</a:t>
            </a:r>
            <a:r>
              <a:rPr lang="en-US" altLang="ko-KR"/>
              <a:t>,</a:t>
            </a:r>
            <a:r>
              <a:rPr lang="ko-KR" altLang="en-US"/>
              <a:t> 서폿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569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p>
            <a:pPr marL="0" indent="0">
              <a:buNone/>
              <a:defRPr/>
            </a:pPr>
            <a:r>
              <a:rPr lang="ko-KR" altLang="en-US"/>
              <a:t>원딜</a:t>
            </a:r>
            <a:r>
              <a:rPr lang="en-US" altLang="ko-KR"/>
              <a:t>(</a:t>
            </a:r>
            <a:r>
              <a:rPr lang="ko-KR" altLang="en-US"/>
              <a:t>공격수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//</a:t>
            </a:r>
            <a:r>
              <a:rPr lang="ko-KR" altLang="en-US"/>
              <a:t> 궁수 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몸이 약하지만 공격력이 높다 </a:t>
            </a:r>
            <a:r>
              <a:rPr lang="en-US" altLang="ko-KR"/>
              <a:t>//</a:t>
            </a:r>
            <a:r>
              <a:rPr lang="ko-KR" altLang="en-US"/>
              <a:t> 서포터와 함께 있을 때 비로소 퍼포먼스를 보여줄 수 있음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대기만성 </a:t>
            </a:r>
            <a:r>
              <a:rPr lang="en-US" altLang="ko-KR"/>
              <a:t>//</a:t>
            </a:r>
            <a:r>
              <a:rPr lang="ko-KR" altLang="en-US"/>
              <a:t> 성장시간 필요</a:t>
            </a:r>
            <a:r>
              <a:rPr lang="en-US" altLang="ko-KR"/>
              <a:t>(</a:t>
            </a:r>
            <a:r>
              <a:rPr lang="ko-KR" altLang="en-US"/>
              <a:t>초반엔 약하다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서폿</a:t>
            </a:r>
            <a:r>
              <a:rPr lang="en-US" altLang="ko-KR"/>
              <a:t>(</a:t>
            </a:r>
            <a:r>
              <a:rPr lang="ko-KR" altLang="en-US"/>
              <a:t>보조</a:t>
            </a:r>
            <a:r>
              <a:rPr lang="en-US" altLang="ko-KR"/>
              <a:t>)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1</a:t>
            </a:r>
            <a:r>
              <a:rPr lang="ko-KR" altLang="en-US"/>
              <a:t> 라인전에서 </a:t>
            </a:r>
            <a:r>
              <a:rPr lang="en-US" altLang="ko-KR"/>
              <a:t>(</a:t>
            </a:r>
            <a:r>
              <a:rPr lang="ko-KR" altLang="en-US"/>
              <a:t>우리팀 원딜의</a:t>
            </a:r>
            <a:r>
              <a:rPr lang="en-US" altLang="ko-KR"/>
              <a:t>)</a:t>
            </a:r>
            <a:r>
              <a:rPr lang="ko-KR" altLang="en-US"/>
              <a:t> 성장</a:t>
            </a:r>
            <a:r>
              <a:rPr lang="en-US" altLang="ko-KR"/>
              <a:t>,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시야장악</a:t>
            </a:r>
            <a:r>
              <a:rPr lang="en-US" altLang="ko-KR"/>
              <a:t>(</a:t>
            </a:r>
            <a:r>
              <a:rPr lang="ko-KR" altLang="en-US"/>
              <a:t>상대방의 로밍</a:t>
            </a:r>
            <a:r>
              <a:rPr lang="en-US" altLang="ko-KR"/>
              <a:t>,</a:t>
            </a:r>
            <a:r>
              <a:rPr lang="ko-KR" altLang="en-US"/>
              <a:t> 정글러의 갱킹 방지</a:t>
            </a:r>
            <a:r>
              <a:rPr lang="en-US" altLang="ko-KR"/>
              <a:t>)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로밍 등등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477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서폿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라인전에서 성장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경험치</a:t>
            </a:r>
            <a:r>
              <a:rPr lang="en-US" altLang="ko-KR"/>
              <a:t>&amp;</a:t>
            </a:r>
            <a:r>
              <a:rPr lang="ko-KR" altLang="en-US"/>
              <a:t>골드 상대팀과의 격차 혹은 최대한 많이 쌓기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전사형 서폿</a:t>
            </a:r>
            <a:r>
              <a:rPr lang="en-US" altLang="ko-KR"/>
              <a:t>//(</a:t>
            </a:r>
            <a:r>
              <a:rPr lang="ko-KR" altLang="en-US"/>
              <a:t>근접 서폿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//</a:t>
            </a:r>
            <a:r>
              <a:rPr lang="ko-KR" altLang="en-US"/>
              <a:t>상대 챔피언 처치관여 특화 </a:t>
            </a:r>
            <a:r>
              <a:rPr lang="en-US" altLang="ko-KR"/>
              <a:t>-</a:t>
            </a:r>
            <a:r>
              <a:rPr lang="ko-KR" altLang="en-US"/>
              <a:t> 점화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체력 높다</a:t>
            </a:r>
            <a:r>
              <a:rPr lang="en-US" altLang="ko-KR"/>
              <a:t>,</a:t>
            </a:r>
            <a:r>
              <a:rPr lang="ko-KR" altLang="en-US"/>
              <a:t> 긴 거리의 이니시 스킬</a:t>
            </a:r>
            <a:r>
              <a:rPr lang="en-US" altLang="ko-KR"/>
              <a:t>(</a:t>
            </a:r>
            <a:r>
              <a:rPr lang="ko-KR" altLang="en-US"/>
              <a:t>그랩</a:t>
            </a:r>
            <a:r>
              <a:rPr lang="en-US" altLang="ko-KR"/>
              <a:t>)</a:t>
            </a:r>
            <a:r>
              <a:rPr lang="ko-KR" altLang="en-US"/>
              <a:t>과 연계 </a:t>
            </a:r>
            <a:r>
              <a:rPr lang="en-US" altLang="ko-KR"/>
              <a:t>cc</a:t>
            </a:r>
            <a:r>
              <a:rPr lang="ko-KR" altLang="en-US"/>
              <a:t> 스킬보유 </a:t>
            </a:r>
            <a:r>
              <a:rPr lang="en-US" altLang="ko-KR"/>
              <a:t>//</a:t>
            </a:r>
            <a:r>
              <a:rPr lang="ko-KR" altLang="en-US"/>
              <a:t>강력한 </a:t>
            </a:r>
            <a:r>
              <a:rPr lang="en-US" altLang="ko-KR"/>
              <a:t>cc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ex)</a:t>
            </a:r>
            <a:r>
              <a:rPr lang="ko-KR" altLang="en-US"/>
              <a:t> 블리츠</a:t>
            </a:r>
            <a:r>
              <a:rPr lang="en-US" altLang="ko-KR"/>
              <a:t>,</a:t>
            </a:r>
            <a:r>
              <a:rPr lang="ko-KR" altLang="en-US"/>
              <a:t> 레오나</a:t>
            </a:r>
            <a:r>
              <a:rPr lang="en-US" altLang="ko-KR"/>
              <a:t>,</a:t>
            </a:r>
            <a:r>
              <a:rPr lang="ko-KR" altLang="en-US"/>
              <a:t> 쓰레쉬</a:t>
            </a:r>
            <a:r>
              <a:rPr lang="en-US" altLang="ko-KR"/>
              <a:t>,</a:t>
            </a:r>
            <a:r>
              <a:rPr lang="ko-KR" altLang="en-US"/>
              <a:t> 파이크 등등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보조 형 서폿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지켜주는 방어막</a:t>
            </a:r>
            <a:r>
              <a:rPr lang="en-US" altLang="ko-KR"/>
              <a:t>(</a:t>
            </a:r>
            <a:r>
              <a:rPr lang="ko-KR" altLang="en-US"/>
              <a:t>힐</a:t>
            </a:r>
            <a:r>
              <a:rPr lang="en-US" altLang="ko-KR"/>
              <a:t>),</a:t>
            </a:r>
            <a:r>
              <a:rPr lang="ko-KR" altLang="en-US"/>
              <a:t> 공격력</a:t>
            </a:r>
            <a:r>
              <a:rPr lang="en-US" altLang="ko-KR"/>
              <a:t>(</a:t>
            </a:r>
            <a:r>
              <a:rPr lang="ko-KR" altLang="en-US"/>
              <a:t>공격속도</a:t>
            </a:r>
            <a:r>
              <a:rPr lang="en-US" altLang="ko-KR"/>
              <a:t>)</a:t>
            </a:r>
            <a:r>
              <a:rPr lang="ko-KR" altLang="en-US"/>
              <a:t> 증가</a:t>
            </a:r>
            <a:r>
              <a:rPr lang="en-US" altLang="ko-KR"/>
              <a:t>, </a:t>
            </a:r>
            <a:r>
              <a:rPr lang="ko-KR" altLang="en-US"/>
              <a:t>이동속도</a:t>
            </a:r>
            <a:r>
              <a:rPr lang="en-US" altLang="ko-KR"/>
              <a:t>,</a:t>
            </a:r>
            <a:r>
              <a:rPr lang="ko-KR" altLang="en-US"/>
              <a:t> 약 </a:t>
            </a:r>
            <a:r>
              <a:rPr lang="en-US" altLang="ko-KR"/>
              <a:t>cc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ex)</a:t>
            </a:r>
            <a:r>
              <a:rPr lang="ko-KR" altLang="en-US"/>
              <a:t> 룰루</a:t>
            </a:r>
            <a:r>
              <a:rPr lang="en-US" altLang="ko-KR"/>
              <a:t>,</a:t>
            </a:r>
            <a:r>
              <a:rPr lang="ko-KR" altLang="en-US"/>
              <a:t> 유미</a:t>
            </a:r>
            <a:r>
              <a:rPr lang="en-US" altLang="ko-KR"/>
              <a:t>.</a:t>
            </a:r>
            <a:r>
              <a:rPr lang="ko-KR" altLang="en-US"/>
              <a:t> 나미</a:t>
            </a:r>
            <a:r>
              <a:rPr lang="en-US" altLang="ko-KR"/>
              <a:t>,</a:t>
            </a:r>
            <a:r>
              <a:rPr lang="ko-KR" altLang="en-US"/>
              <a:t> 모르가나</a:t>
            </a:r>
            <a:r>
              <a:rPr lang="en-US" altLang="ko-KR"/>
              <a:t>,</a:t>
            </a:r>
            <a:r>
              <a:rPr lang="ko-KR" altLang="en-US"/>
              <a:t> 질리언 등등</a:t>
            </a:r>
            <a:r>
              <a:rPr lang="en-US" altLang="ko-KR"/>
              <a:t>,</a:t>
            </a:r>
            <a:r>
              <a:rPr lang="ko-KR" altLang="en-US"/>
              <a:t> 탈진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견제특화 서폿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내가 딜을 넣겠다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ex) </a:t>
            </a:r>
            <a:r>
              <a:rPr lang="ko-KR" altLang="en-US"/>
              <a:t>럭스</a:t>
            </a:r>
            <a:r>
              <a:rPr lang="en-US" altLang="ko-KR"/>
              <a:t>, </a:t>
            </a:r>
            <a:r>
              <a:rPr lang="ko-KR" altLang="en-US"/>
              <a:t>제라스</a:t>
            </a:r>
            <a:r>
              <a:rPr lang="en-US" altLang="ko-KR"/>
              <a:t>,</a:t>
            </a:r>
            <a:r>
              <a:rPr lang="ko-KR" altLang="en-US"/>
              <a:t> 세나</a:t>
            </a:r>
            <a:r>
              <a:rPr lang="en-US" altLang="ko-KR"/>
              <a:t>,</a:t>
            </a:r>
            <a:r>
              <a:rPr lang="ko-KR" altLang="en-US"/>
              <a:t> 자이라 등등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144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미니언</a:t>
            </a:r>
            <a:endParaRPr lang="ko-KR" altLang="en-US"/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 idx="1"/>
          </p:nvPr>
        </p:nvGraphicFramePr>
        <p:xfrm>
          <a:off x="609599" y="1600200"/>
          <a:ext cx="10974704" cy="24003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743199"/>
                <a:gridCol w="2745105"/>
                <a:gridCol w="2743199"/>
                <a:gridCol w="2743199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b="0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b="0" spc="0">
                          <a:solidFill>
                            <a:schemeClr val="dk1"/>
                          </a:solidFill>
                        </a:rPr>
                        <a:t>근접 미니언</a:t>
                      </a:r>
                      <a:endParaRPr lang="ko-KR" altLang="en-US" b="0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b="0" spc="0">
                          <a:solidFill>
                            <a:schemeClr val="dk1"/>
                          </a:solidFill>
                        </a:rPr>
                        <a:t>원거리 미니언</a:t>
                      </a:r>
                      <a:endParaRPr lang="ko-KR" altLang="en-US" b="0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b="0" spc="0">
                          <a:solidFill>
                            <a:schemeClr val="dk1"/>
                          </a:solidFill>
                        </a:rPr>
                        <a:t>대포 미니언</a:t>
                      </a:r>
                      <a:endParaRPr lang="ko-KR" altLang="en-US" b="0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사진</a:t>
                      </a: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체력</a:t>
                      </a: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477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~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1300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90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초당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+22,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2:45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부터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공격력</a:t>
                      </a: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12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~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80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90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초당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+3.4,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8:45</a:t>
                      </a: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부터</a:t>
                      </a: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pc="0">
                          <a:solidFill>
                            <a:schemeClr val="dk1"/>
                          </a:solidFill>
                        </a:rPr>
                        <a:t>골드</a:t>
                      </a:r>
                      <a:endParaRPr lang="ko-KR" altLang="en-US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21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14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pc="0">
                          <a:solidFill>
                            <a:schemeClr val="dk1"/>
                          </a:solidFill>
                        </a:rPr>
                        <a:t>60~</a:t>
                      </a:r>
                      <a:endParaRPr lang="en-US" altLang="ko-KR" spc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575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라인상황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/>
            </a:pPr>
            <a:r>
              <a:rPr lang="ko-KR" altLang="en-US"/>
              <a:t>우리팀 원딜이 막타를 치지 않을 때</a:t>
            </a:r>
            <a:endParaRPr lang="ko-KR" altLang="en-US"/>
          </a:p>
          <a:p>
            <a:pPr>
              <a:defRPr/>
            </a:pPr>
            <a:r>
              <a:rPr lang="ko-KR" altLang="en-US"/>
              <a:t>상대팀 원딜이 막타를 칠 때</a:t>
            </a:r>
            <a:endParaRPr lang="ko-KR" altLang="en-US"/>
          </a:p>
          <a:p>
            <a:pPr>
              <a:defRPr/>
            </a:pPr>
            <a:r>
              <a:rPr lang="ko-KR" altLang="en-US"/>
              <a:t>상대팀 미니언이 많지 않아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44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서폿 경우의 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근접형 서폿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우리 원딜과 좋은 합을 통해 상대 원딜 혹은 서폿 킬 관여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상대 원딜이 미니언 막타 칠 때를 노리거나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본인이 보조형 서폿이다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상대 </a:t>
            </a:r>
            <a:r>
              <a:rPr lang="en-US" altLang="ko-KR"/>
              <a:t>:</a:t>
            </a:r>
            <a:r>
              <a:rPr lang="ko-KR" altLang="en-US"/>
              <a:t> 상대가 근접이면 우리 원딜 우리원딜</a:t>
            </a:r>
            <a:r>
              <a:rPr lang="en-US" altLang="ko-KR"/>
              <a:t>,</a:t>
            </a:r>
            <a:r>
              <a:rPr lang="ko-KR" altLang="en-US"/>
              <a:t> 본인 못 물게하고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             지속적인 견제를 통해</a:t>
            </a:r>
            <a:r>
              <a:rPr lang="en-US" altLang="ko-KR"/>
              <a:t>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76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294</ep:Words>
  <ep:PresentationFormat>화면 슬라이드 쇼(4:3)</ep:PresentationFormat>
  <ep:Paragraphs>74</ep:Paragraphs>
  <ep:Slides>11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릴 이즈 굿</vt:lpstr>
      <vt:lpstr>자기소개</vt:lpstr>
      <vt:lpstr>그님티?</vt:lpstr>
      <vt:lpstr>순서</vt:lpstr>
      <vt:lpstr>1. 롤(라인)</vt:lpstr>
      <vt:lpstr>슬라이드 6</vt:lpstr>
      <vt:lpstr>슬라이드 7</vt:lpstr>
      <vt:lpstr>서폿</vt:lpstr>
      <vt:lpstr>미니언</vt:lpstr>
      <vt:lpstr>라인상황</vt:lpstr>
      <vt:lpstr>서폿 경우의 수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2021-12-01T01:26:38.326</dcterms:created>
  <dc:creator>동호형이 사줌♥</dc:creator>
  <cp:lastModifiedBy>동호형이 사줌♥</cp:lastModifiedBy>
  <dcterms:modified xsi:type="dcterms:W3CDTF">2022-05-10T02:06:01.675</dcterms:modified>
  <cp:revision>39</cp:revision>
  <dc:title>릴 세이브</dc:title>
  <cp:version>12.0.0.535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